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3b10fddafb4f27" /><Relationship Type="http://schemas.openxmlformats.org/officeDocument/2006/relationships/extended-properties" Target="/docProps/app.xml" Id="Ra472e38cae794acb" /><Relationship Type="http://schemas.openxmlformats.org/officeDocument/2006/relationships/officeDocument" Target="/ppt/presentation.xml" Id="R45d0dfbbe9bd4b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8438d1e7524fc6"/>
  </p:sldMasterIdLst>
  <p:notesMasterIdLst>
    <p:notesMasterId xmlns:r="http://schemas.openxmlformats.org/officeDocument/2006/relationships" r:id="Rf69a7e09ed7c4075"/>
  </p:notesMasterIdLst>
  <p:sldIdLst>
    <p:sldId xmlns:r="http://schemas.openxmlformats.org/officeDocument/2006/relationships" id="256" r:id="R7057c952f7224dd6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8438d1e7524fc6" /><Relationship Type="http://schemas.openxmlformats.org/officeDocument/2006/relationships/theme" Target="/ppt/theme/theme1.xml" Id="R00874467080246fd" /><Relationship Type="http://schemas.openxmlformats.org/officeDocument/2006/relationships/notesMaster" Target="/ppt/notesMasters/notesMaster1.xml" Id="Rf69a7e09ed7c4075" /><Relationship Type="http://schemas.openxmlformats.org/officeDocument/2006/relationships/presProps" Target="/ppt/presProps.xml" Id="Rd8423e809f1d4695" /><Relationship Type="http://schemas.openxmlformats.org/officeDocument/2006/relationships/viewProps" Target="/ppt/viewProps.xml" Id="R23a1bf0e8c1e4336" /><Relationship Type="http://schemas.openxmlformats.org/officeDocument/2006/relationships/tableStyles" Target="/ppt/tableStyles.xml" Id="R97d1c1d47ca949b5" /><Relationship Type="http://schemas.openxmlformats.org/officeDocument/2006/relationships/slide" Target="/ppt/slides/slide1.xml" Id="R7057c952f7224d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56aaf1e38414c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4038bf45c748f2" /><Relationship Type="http://schemas.openxmlformats.org/officeDocument/2006/relationships/notesMaster" Target="/ppt/notesMasters/notesMaster1.xml" Id="Ra0629cb80dbb43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8ec0ad35dd40c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8c84e950d65466f" /><Relationship Type="http://schemas.openxmlformats.org/officeDocument/2006/relationships/slideLayout" Target="/ppt/slideLayouts/slideLayout2.xml" Id="Ra7bad95644d447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bad95644d447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d659d3a2ec4f3b" /><Relationship Type="http://schemas.openxmlformats.org/officeDocument/2006/relationships/notesSlide" Target="/ppt/notesSlides/notesSlide1.xml" Id="Ref371c680e6a40a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rd">
            <a:extLst xmlns:a="http://schemas.openxmlformats.org/drawingml/2006/main">
              <a:ext uri="{FF2B5EF4-FFF2-40B4-BE49-F238E27FC236}">
                <a16:creationId xmlns:a16="http://schemas.microsoft.com/office/drawing/2014/main" id="{9BA672CE-AD33-46B3-ABCB-B57EFF0F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5715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A6319-0599-4EF8-A592-3124772A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5334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Hello card</a:t>
            </a:r>
          </a:p>
        </p:txBody>
      </p:sp>
    </p:spTree>
    <p:extLst>
      <p:ext uri="{BB962C8B-B14F-4D97-AF65-F5344CB8AC3E}">
        <p14:creationId xmlns:p14="http://schemas.microsoft.com/office/powerpoint/2010/main" val="19576763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2026-05-17T07:21:20.3590000Z</dcterms:created>
  <dcterms:modified xsi:type="dcterms:W3CDTF">2026-05-17T07:21:20.3590000Z</dcterms:modified>
</coreProperties>
</file>