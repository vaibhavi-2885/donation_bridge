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918e205b834c30" /><Relationship Type="http://schemas.openxmlformats.org/officeDocument/2006/relationships/extended-properties" Target="/docProps/app.xml" Id="Rc5c609b124de4e97" /><Relationship Type="http://schemas.openxmlformats.org/officeDocument/2006/relationships/officeDocument" Target="/ppt/presentation.xml" Id="R39a55cd0c89146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5be63a2c804043"/>
  </p:sldMasterIdLst>
  <p:notesMasterIdLst>
    <p:notesMasterId xmlns:r="http://schemas.openxmlformats.org/officeDocument/2006/relationships" r:id="Rcb20e60eebf6408a"/>
  </p:notesMasterIdLst>
  <p:sldIdLst>
    <p:sldId xmlns:r="http://schemas.openxmlformats.org/officeDocument/2006/relationships" id="256" r:id="R553c2342635b47e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be63a2c804043" /><Relationship Type="http://schemas.openxmlformats.org/officeDocument/2006/relationships/theme" Target="/ppt/theme/theme1.xml" Id="R65e307b2802148d3" /><Relationship Type="http://schemas.openxmlformats.org/officeDocument/2006/relationships/notesMaster" Target="/ppt/notesMasters/notesMaster1.xml" Id="Rcb20e60eebf6408a" /><Relationship Type="http://schemas.openxmlformats.org/officeDocument/2006/relationships/presProps" Target="/ppt/presProps.xml" Id="R03e000fe9aac4bbe" /><Relationship Type="http://schemas.openxmlformats.org/officeDocument/2006/relationships/viewProps" Target="/ppt/viewProps.xml" Id="Rdba36a870b79450d" /><Relationship Type="http://schemas.openxmlformats.org/officeDocument/2006/relationships/tableStyles" Target="/ppt/tableStyles.xml" Id="Rf40a66a371f84cb4" /><Relationship Type="http://schemas.openxmlformats.org/officeDocument/2006/relationships/slide" Target="/ppt/slides/slide1.xml" Id="R553c2342635b47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004a8a630e048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88b27e80ba488a" /><Relationship Type="http://schemas.openxmlformats.org/officeDocument/2006/relationships/notesMaster" Target="/ppt/notesMasters/notesMaster1.xml" Id="R0f050630bccb45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0c7cdeeb7438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fd4dff435414b84" /><Relationship Type="http://schemas.openxmlformats.org/officeDocument/2006/relationships/slideLayout" Target="/ppt/slideLayouts/slideLayout2.xml" Id="R827296f0b5d547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7296f0b5d547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4ffa6959a94c2a" /><Relationship Type="http://schemas.openxmlformats.org/officeDocument/2006/relationships/notesSlide" Target="/ppt/notesSlides/notesSlide1.xml" Id="Rf2d1ff26e14340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DF3DBA-BD3A-4006-B107-6819F100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7526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Hello poster</a:t>
            </a:r>
          </a:p>
        </p:txBody>
      </p:sp>
    </p:spTree>
    <p:extLst>
      <p:ext uri="{BB962C8B-B14F-4D97-AF65-F5344CB8AC3E}">
        <p14:creationId xmlns:p14="http://schemas.microsoft.com/office/powerpoint/2010/main" val="914052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2026-05-17T07:07:49.2330000Z</dcterms:created>
  <dcterms:modified xsi:type="dcterms:W3CDTF">2026-05-17T07:07:49.2330000Z</dcterms:modified>
</coreProperties>
</file>